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6754" y="4029139"/>
            <a:ext cx="21033" cy="21033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66126" y="514992"/>
            <a:ext cx="15245" cy="15245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04383" y="537127"/>
            <a:ext cx="9324" cy="9324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998462" y="1993342"/>
            <a:ext cx="42749" cy="42749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95185" y="1151254"/>
            <a:ext cx="41491" cy="41491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09896" y="2170281"/>
            <a:ext cx="31521" cy="31521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642136" y="3369426"/>
            <a:ext cx="36064" cy="36064"/>
          </a:xfrm>
          <a:prstGeom prst="ellipse">
            <a:avLst/>
          </a:prstGeom>
          <a:solidFill>
            <a:srgbClr val="FFFFFF">
              <a:alpha val="1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19236" y="3379785"/>
            <a:ext cx="11747" cy="11747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73031" y="457343"/>
            <a:ext cx="45616" cy="45616"/>
          </a:xfrm>
          <a:prstGeom prst="ellipse">
            <a:avLst/>
          </a:prstGeom>
          <a:solidFill>
            <a:srgbClr val="FFFFFF">
              <a:alpha val="43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17430" y="4905501"/>
            <a:ext cx="15193" cy="15193"/>
          </a:xfrm>
          <a:prstGeom prst="ellipse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688139" y="3783651"/>
            <a:ext cx="22212" cy="22212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10518" y="323362"/>
            <a:ext cx="45250" cy="45250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44976" y="1083061"/>
            <a:ext cx="20264" cy="2026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93248" y="3310409"/>
            <a:ext cx="43465" cy="43465"/>
          </a:xfrm>
          <a:prstGeom prst="ellipse">
            <a:avLst/>
          </a:prstGeom>
          <a:solidFill>
            <a:srgbClr val="FFFFFF">
              <a:alpha val="3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87435" y="910138"/>
            <a:ext cx="36448" cy="36448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460596" y="292342"/>
            <a:ext cx="23602" cy="23602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924764" y="1003625"/>
            <a:ext cx="45638" cy="45638"/>
          </a:xfrm>
          <a:prstGeom prst="ellipse">
            <a:avLst/>
          </a:prstGeom>
          <a:solidFill>
            <a:srgbClr val="FFFFFF">
              <a:alpha val="29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275685" y="3780706"/>
            <a:ext cx="23977" cy="23977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15588" y="2911171"/>
            <a:ext cx="35852" cy="35852"/>
          </a:xfrm>
          <a:prstGeom prst="ellipse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008573" y="2985640"/>
            <a:ext cx="34145" cy="34145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00184" y="652627"/>
            <a:ext cx="12820" cy="12820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736030" y="3342685"/>
            <a:ext cx="13246" cy="132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481355" y="3816413"/>
            <a:ext cx="14877" cy="14877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63150" y="803575"/>
            <a:ext cx="38242" cy="38242"/>
          </a:xfrm>
          <a:prstGeom prst="ellipse">
            <a:avLst/>
          </a:prstGeom>
          <a:solidFill>
            <a:srgbClr val="FFFFFF">
              <a:alpha val="5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35978" y="2502786"/>
            <a:ext cx="24667" cy="24667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428924" y="3970808"/>
            <a:ext cx="22931" cy="22931"/>
          </a:xfrm>
          <a:prstGeom prst="ellipse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73159" y="2740142"/>
            <a:ext cx="41005" cy="41005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47868" y="3422209"/>
            <a:ext cx="45275" cy="452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484264" y="835065"/>
            <a:ext cx="26082" cy="26082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539847" y="4556936"/>
            <a:ext cx="14539" cy="14539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530975" y="4510776"/>
            <a:ext cx="12310" cy="12310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10607" y="1926401"/>
            <a:ext cx="36156" cy="36156"/>
          </a:xfrm>
          <a:prstGeom prst="ellipse">
            <a:avLst/>
          </a:prstGeom>
          <a:solidFill>
            <a:srgbClr val="FFFFFF">
              <a:alpha val="29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90994" y="1900765"/>
            <a:ext cx="20010" cy="20010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2808" y="1595013"/>
            <a:ext cx="27208" cy="27208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731505" y="4584541"/>
            <a:ext cx="43207" cy="43207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42970" y="943006"/>
            <a:ext cx="13106" cy="13106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807978" y="4344270"/>
            <a:ext cx="16842" cy="16842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84359" y="4260439"/>
            <a:ext cx="30239" cy="30239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50231" y="4538804"/>
            <a:ext cx="31818" cy="31818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0131" y="4624543"/>
            <a:ext cx="30595" cy="30595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0"/>
            <a:ext cx="9144000" cy="7315"/>
          </a:xfrm>
          <a:prstGeom prst="rect">
            <a:avLst/>
          </a:prstGeom>
          <a:solidFill>
            <a:srgbClr val="00F0FF">
              <a:alpha val="5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0" y="5486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🎭</a:t>
            </a:r>
            <a:endParaRPr lang="en-US" sz="7200" dirty="0"/>
          </a:p>
        </p:txBody>
      </p:sp>
      <p:sp>
        <p:nvSpPr>
          <p:cNvPr id="44" name="Text 42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1200" kern="0" dirty="0">
                <a:solidFill>
                  <a:srgbClr val="E0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出戏</a:t>
            </a:r>
            <a:endParaRPr lang="en-US" sz="5200" dirty="0"/>
          </a:p>
        </p:txBody>
      </p:sp>
      <p:sp>
        <p:nvSpPr>
          <p:cNvPr id="45" name="Text 43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OffStage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从念头的剧本里，出戏。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0A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一款基于认知解离的日常心理卫生工具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0" y="4892040"/>
            <a:ext cx="9144000" cy="7315"/>
          </a:xfrm>
          <a:prstGeom prst="rect">
            <a:avLst/>
          </a:prstGeom>
          <a:solidFill>
            <a:srgbClr val="00F0FF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74421" y="2220711"/>
            <a:ext cx="24783" cy="24783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109421" y="950993"/>
            <a:ext cx="34106" cy="34106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371668" y="588644"/>
            <a:ext cx="22213" cy="22213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65656" y="856259"/>
            <a:ext cx="12622" cy="12622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14775" y="4391672"/>
            <a:ext cx="18207" cy="18207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382306" y="2903096"/>
            <a:ext cx="37770" cy="37770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868698" y="3812240"/>
            <a:ext cx="10607" cy="10607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681292" y="2846484"/>
            <a:ext cx="24383" cy="24383"/>
          </a:xfrm>
          <a:prstGeom prst="ellipse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97918" y="3377665"/>
            <a:ext cx="24456" cy="24456"/>
          </a:xfrm>
          <a:prstGeom prst="ellipse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872149" y="2042896"/>
            <a:ext cx="31937" cy="31937"/>
          </a:xfrm>
          <a:prstGeom prst="ellipse">
            <a:avLst/>
          </a:prstGeom>
          <a:solidFill>
            <a:srgbClr val="FFFFFF">
              <a:alpha val="1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12344" y="2545784"/>
            <a:ext cx="17008" cy="17008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281186" y="4776497"/>
            <a:ext cx="10868" cy="10868"/>
          </a:xfrm>
          <a:prstGeom prst="ellipse">
            <a:avLst/>
          </a:prstGeom>
          <a:solidFill>
            <a:srgbClr val="FFFFFF">
              <a:alpha val="47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24468" y="1634401"/>
            <a:ext cx="21514" cy="2151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838485" y="3048220"/>
            <a:ext cx="30499" cy="304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123623" y="2574804"/>
            <a:ext cx="35871" cy="35871"/>
          </a:xfrm>
          <a:prstGeom prst="ellipse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536189" y="2778062"/>
            <a:ext cx="30222" cy="30222"/>
          </a:xfrm>
          <a:prstGeom prst="ellipse">
            <a:avLst/>
          </a:prstGeom>
          <a:solidFill>
            <a:srgbClr val="FFFFFF">
              <a:alpha val="17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150531" y="3034516"/>
            <a:ext cx="14967" cy="14967"/>
          </a:xfrm>
          <a:prstGeom prst="ellipse">
            <a:avLst/>
          </a:prstGeom>
          <a:solidFill>
            <a:srgbClr val="FFFFFF">
              <a:alpha val="51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42981" y="2120582"/>
            <a:ext cx="28995" cy="28995"/>
          </a:xfrm>
          <a:prstGeom prst="ellipse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18395" y="452143"/>
            <a:ext cx="27728" cy="27728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432928" y="3956077"/>
            <a:ext cx="34676" cy="34676"/>
          </a:xfrm>
          <a:prstGeom prst="ellipse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851358" y="1538053"/>
            <a:ext cx="29625" cy="29625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88154" y="3348472"/>
            <a:ext cx="36442" cy="3644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798795" y="869046"/>
            <a:ext cx="34565" cy="34565"/>
          </a:xfrm>
          <a:prstGeom prst="ellipse">
            <a:avLst/>
          </a:prstGeom>
          <a:solidFill>
            <a:srgbClr val="FFFFFF">
              <a:alpha val="17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943424" y="3775442"/>
            <a:ext cx="9203" cy="9203"/>
          </a:xfrm>
          <a:prstGeom prst="ellipse">
            <a:avLst/>
          </a:prstGeom>
          <a:solidFill>
            <a:srgbClr val="FFFFFF">
              <a:alpha val="5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300441" y="3321829"/>
            <a:ext cx="17343" cy="17343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你是否也有过这样的时刻？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731520" y="1280160"/>
            <a:ext cx="7680960" cy="96012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05840" y="128016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🌀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920240" y="13898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停不下来的念头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920240" y="17556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明明想睡，脑子里却在循环播放白天的事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2468880"/>
            <a:ext cx="7680960" cy="96012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05840" y="246888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😰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1920240" y="25786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被情绪裹挟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920240" y="29443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焦虑、自责、担忧……越想越深，出不来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" y="3657600"/>
            <a:ext cx="7680960" cy="96012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05840" y="365760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🎭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1920240" y="3767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入戏太深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920240" y="41330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把"念头"当成了"事实"，把"想法"等同于"自己"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286000" y="4572000"/>
            <a:ext cx="4572000" cy="7315"/>
          </a:xfrm>
          <a:prstGeom prst="rect">
            <a:avLst/>
          </a:prstGeom>
          <a:solidFill>
            <a:srgbClr val="8B5CF6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4892040"/>
            <a:ext cx="9144000" cy="7315"/>
          </a:xfrm>
          <a:prstGeom prst="rect">
            <a:avLst/>
          </a:prstGeom>
          <a:solidFill>
            <a:srgbClr val="00F0FF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A8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64158" y="1501808"/>
            <a:ext cx="18172" cy="18172"/>
          </a:xfrm>
          <a:prstGeom prst="ellipse">
            <a:avLst/>
          </a:prstGeom>
          <a:solidFill>
            <a:srgbClr val="FFFFFF">
              <a:alpha val="3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66399" y="1926667"/>
            <a:ext cx="23272" cy="23272"/>
          </a:xfrm>
          <a:prstGeom prst="ellipse">
            <a:avLst/>
          </a:prstGeom>
          <a:solidFill>
            <a:srgbClr val="FFFFFF">
              <a:alpha val="51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785409" y="2437005"/>
            <a:ext cx="36906" cy="36906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74999" y="4542486"/>
            <a:ext cx="32477" cy="32477"/>
          </a:xfrm>
          <a:prstGeom prst="ellipse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353653" y="4544013"/>
            <a:ext cx="36684" cy="36684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18476" y="2589554"/>
            <a:ext cx="30951" cy="30951"/>
          </a:xfrm>
          <a:prstGeom prst="ellipse">
            <a:avLst/>
          </a:prstGeom>
          <a:solidFill>
            <a:srgbClr val="FFFFFF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38085" y="3333634"/>
            <a:ext cx="25300" cy="25300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199798" y="2286737"/>
            <a:ext cx="30476" cy="30476"/>
          </a:xfrm>
          <a:prstGeom prst="ellipse">
            <a:avLst/>
          </a:prstGeom>
          <a:solidFill>
            <a:srgbClr val="FFFFFF">
              <a:alpha val="5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199578" y="1056058"/>
            <a:ext cx="43319" cy="43319"/>
          </a:xfrm>
          <a:prstGeom prst="ellipse">
            <a:avLst/>
          </a:prstGeom>
          <a:solidFill>
            <a:srgbClr val="FFFFFF">
              <a:alpha val="2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821867" y="3856541"/>
            <a:ext cx="38240" cy="38240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107367" y="4597437"/>
            <a:ext cx="43134" cy="43134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428779" y="1395836"/>
            <a:ext cx="32015" cy="32015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26086" y="2060860"/>
            <a:ext cx="25538" cy="25538"/>
          </a:xfrm>
          <a:prstGeom prst="ellipse">
            <a:avLst/>
          </a:prstGeom>
          <a:solidFill>
            <a:srgbClr val="FFFFFF">
              <a:alpha val="53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617815" y="4469384"/>
            <a:ext cx="36930" cy="3693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36052" y="494568"/>
            <a:ext cx="17942" cy="17942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677369" y="1221476"/>
            <a:ext cx="11627" cy="11627"/>
          </a:xfrm>
          <a:prstGeom prst="ellipse">
            <a:avLst/>
          </a:prstGeom>
          <a:solidFill>
            <a:srgbClr val="FFFFFF">
              <a:alpha val="51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83394" y="788637"/>
            <a:ext cx="36167" cy="36167"/>
          </a:xfrm>
          <a:prstGeom prst="ellipse">
            <a:avLst/>
          </a:prstGeom>
          <a:solidFill>
            <a:srgbClr val="FFFFFF">
              <a:alpha val="17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99849" y="3310866"/>
            <a:ext cx="40347" cy="40347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089092" y="4859703"/>
            <a:ext cx="30649" cy="30649"/>
          </a:xfrm>
          <a:prstGeom prst="ellipse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44641" y="2974313"/>
            <a:ext cx="32446" cy="32446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核心理念：不是消灭念头，而是从中「出戏」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31520" y="1280160"/>
            <a:ext cx="3657600" cy="2377440"/>
          </a:xfrm>
          <a:prstGeom prst="rect">
            <a:avLst/>
          </a:prstGeom>
          <a:solidFill>
            <a:srgbClr val="141428"/>
          </a:solidFill>
          <a:ln w="10160">
            <a:solidFill>
              <a:srgbClr val="2A1A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1280160"/>
            <a:ext cx="36576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7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🧘 ACT 接纳承诺疗法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0584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核心技术：认知解离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不与念头对抗，而是与念头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保持距离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你不是你的想法，你是那个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D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想法的人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280160"/>
            <a:ext cx="3657600" cy="2377440"/>
          </a:xfrm>
          <a:prstGeom prst="rect">
            <a:avLst/>
          </a:prstGeom>
          <a:solidFill>
            <a:srgbClr val="141428"/>
          </a:solidFill>
          <a:ln w="10160">
            <a:solidFill>
              <a:srgbClr val="1A3A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280160"/>
            <a:ext cx="3657600" cy="54864"/>
          </a:xfrm>
          <a:prstGeom prst="rect">
            <a:avLst/>
          </a:prstGeom>
          <a:solidFill>
            <a:srgbClr val="00C8DD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CBT 认知行为疗法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核心技术：认知扭曲识别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自动识别 11 种常见思维陷阱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灾难化 · 过度概括 · 读心术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应该思维 · 非黑即白 · 贴标签 …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solidFill>
            <a:srgbClr val="0D0D20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独特的「戏剧隐喻」体系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念头 → 台词  |  思维模式 → 脑内角色  |  记录 → 上演一出戏  |  释放 → 出戏、散场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4892040"/>
            <a:ext cx="9144000" cy="7315"/>
          </a:xfrm>
          <a:prstGeom prst="rect">
            <a:avLst/>
          </a:prstGeom>
          <a:solidFill>
            <a:srgbClr val="00F0FF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A8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351" y="4535501"/>
            <a:ext cx="39711" cy="39711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830683" y="1362947"/>
            <a:ext cx="9778" cy="9778"/>
          </a:xfrm>
          <a:prstGeom prst="ellipse">
            <a:avLst/>
          </a:prstGeom>
          <a:solidFill>
            <a:srgbClr val="FFFFFF">
              <a:alpha val="5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13668" y="3717021"/>
            <a:ext cx="41032" cy="41032"/>
          </a:xfrm>
          <a:prstGeom prst="ellipse">
            <a:avLst/>
          </a:prstGeom>
          <a:solidFill>
            <a:srgbClr val="FFFFFF">
              <a:alpha val="3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83168" y="3840928"/>
            <a:ext cx="31749" cy="31749"/>
          </a:xfrm>
          <a:prstGeom prst="ellipse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58975" y="651315"/>
            <a:ext cx="33596" cy="33596"/>
          </a:xfrm>
          <a:prstGeom prst="ellipse">
            <a:avLst/>
          </a:prstGeom>
          <a:solidFill>
            <a:srgbClr val="FFFFFF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71742" y="2351482"/>
            <a:ext cx="25208" cy="25208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57404" y="1987557"/>
            <a:ext cx="39350" cy="3935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77572" y="3588196"/>
            <a:ext cx="13728" cy="13728"/>
          </a:xfrm>
          <a:prstGeom prst="ellipse">
            <a:avLst/>
          </a:prstGeom>
          <a:solidFill>
            <a:srgbClr val="FFFFFF">
              <a:alpha val="41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05178" y="1205836"/>
            <a:ext cx="20271" cy="20271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4316" y="3422741"/>
            <a:ext cx="28045" cy="28045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58252" y="1483185"/>
            <a:ext cx="28952" cy="28952"/>
          </a:xfrm>
          <a:prstGeom prst="ellipse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51035" y="971986"/>
            <a:ext cx="45220" cy="45220"/>
          </a:xfrm>
          <a:prstGeom prst="ellipse">
            <a:avLst/>
          </a:prstGeom>
          <a:solidFill>
            <a:srgbClr val="FFFFFF">
              <a:alpha val="3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337691" y="2260517"/>
            <a:ext cx="33455" cy="33455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82432" y="1949644"/>
            <a:ext cx="12102" cy="12102"/>
          </a:xfrm>
          <a:prstGeom prst="ellipse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167398" y="493226"/>
            <a:ext cx="20714" cy="20714"/>
          </a:xfrm>
          <a:prstGeom prst="ellipse">
            <a:avLst/>
          </a:prstGeom>
          <a:solidFill>
            <a:srgbClr val="FFFFFF">
              <a:alpha val="51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四大功能模块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731520" y="1097280"/>
            <a:ext cx="3749040" cy="169164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1097280"/>
            <a:ext cx="54864" cy="1691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1188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🎭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55448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内心剧场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输入念头，AI 即时分析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325880" y="1783080"/>
            <a:ext cx="73152" cy="73152"/>
          </a:xfrm>
          <a:prstGeom prst="ellipse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5544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种解钩操作释放念头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325880" y="2103120"/>
            <a:ext cx="73152" cy="73152"/>
          </a:xfrm>
          <a:prstGeom prst="ellipse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55448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漂浮气泡可视化呈现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325880" y="2423160"/>
            <a:ext cx="73152" cy="73152"/>
          </a:xfrm>
          <a:prstGeom prst="ellipse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1097280"/>
            <a:ext cx="3749040" cy="169164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097280"/>
            <a:ext cx="54864" cy="1691640"/>
          </a:xfrm>
          <a:prstGeom prst="rect">
            <a:avLst/>
          </a:prstGeom>
          <a:solidFill>
            <a:srgbClr val="00C8DD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1188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57784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演出记录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7784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情绪分布 &amp; 认知扭曲图表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49240" y="1783080"/>
            <a:ext cx="73152" cy="73152"/>
          </a:xfrm>
          <a:prstGeom prst="ellipse">
            <a:avLst/>
          </a:prstGeom>
          <a:solidFill>
            <a:srgbClr val="00C8DD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5778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脑内角色出场频率统计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49240" y="2103120"/>
            <a:ext cx="73152" cy="73152"/>
          </a:xfrm>
          <a:prstGeom prst="ellipse">
            <a:avLst/>
          </a:prstGeom>
          <a:solidFill>
            <a:srgbClr val="00C8DD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5778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念头词云 &amp; 智能洞察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49240" y="2423160"/>
            <a:ext cx="73152" cy="73152"/>
          </a:xfrm>
          <a:prstGeom prst="ellipse">
            <a:avLst/>
          </a:prstGeom>
          <a:solidFill>
            <a:srgbClr val="00C8DD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" y="2971800"/>
            <a:ext cx="3749040" cy="169164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31520" y="2971800"/>
            <a:ext cx="54864" cy="1691640"/>
          </a:xfrm>
          <a:prstGeom prst="rect">
            <a:avLst/>
          </a:prstGeom>
          <a:solidFill>
            <a:srgbClr val="FFDC8C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3063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🎪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155448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出戏练习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55448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种引导式正念练习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325880" y="3657600"/>
            <a:ext cx="73152" cy="73152"/>
          </a:xfrm>
          <a:prstGeom prst="ellipse">
            <a:avLst/>
          </a:prstGeom>
          <a:solidFill>
            <a:srgbClr val="FFDC8C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55448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念头列车 / 气球释放 / 显微镜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325880" y="3977640"/>
            <a:ext cx="73152" cy="73152"/>
          </a:xfrm>
          <a:prstGeom prst="ellipse">
            <a:avLst/>
          </a:prstGeom>
          <a:solidFill>
            <a:srgbClr val="FFDC8C">
              <a:alpha val="6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55448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2 分钟到 5 分钟不等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325880" y="4297680"/>
            <a:ext cx="73152" cy="73152"/>
          </a:xfrm>
          <a:prstGeom prst="ellipse">
            <a:avLst/>
          </a:prstGeom>
          <a:solidFill>
            <a:srgbClr val="FFDC8C">
              <a:alpha val="6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54880" y="2971800"/>
            <a:ext cx="3749040" cy="169164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2971800"/>
            <a:ext cx="54864" cy="1691640"/>
          </a:xfrm>
          <a:prstGeom prst="rect">
            <a:avLst/>
          </a:prstGeom>
          <a:solidFill>
            <a:srgbClr val="FF2D8A"/>
          </a:solidFill>
          <a:ln/>
        </p:spPr>
      </p:sp>
      <p:sp>
        <p:nvSpPr>
          <p:cNvPr id="50" name="Text 48"/>
          <p:cNvSpPr/>
          <p:nvPr/>
        </p:nvSpPr>
        <p:spPr>
          <a:xfrm>
            <a:off x="4937760" y="3063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🌙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557784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散场时分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57784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睡前专属模式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349240" y="3657600"/>
            <a:ext cx="73152" cy="73152"/>
          </a:xfrm>
          <a:prstGeom prst="ellipse">
            <a:avLst/>
          </a:prstGeom>
          <a:solidFill>
            <a:srgbClr val="FF2D8A">
              <a:alpha val="6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557784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念头化为萤火虫光点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349240" y="3977640"/>
            <a:ext cx="73152" cy="73152"/>
          </a:xfrm>
          <a:prstGeom prst="ellipse">
            <a:avLst/>
          </a:prstGeom>
          <a:solidFill>
            <a:srgbClr val="FF2D8A">
              <a:alpha val="6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57784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4-4-6 呼吸引导逐个熄灭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349240" y="4297680"/>
            <a:ext cx="73152" cy="73152"/>
          </a:xfrm>
          <a:prstGeom prst="ellipse">
            <a:avLst/>
          </a:prstGeom>
          <a:solidFill>
            <a:srgbClr val="FF2D8A">
              <a:alpha val="6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0" y="4892040"/>
            <a:ext cx="9144000" cy="7315"/>
          </a:xfrm>
          <a:prstGeom prst="rect">
            <a:avLst/>
          </a:prstGeom>
          <a:solidFill>
            <a:srgbClr val="00F0FF">
              <a:alpha val="4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A8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51940" y="3471325"/>
            <a:ext cx="27073" cy="27073"/>
          </a:xfrm>
          <a:prstGeom prst="ellipse">
            <a:avLst/>
          </a:prstGeom>
          <a:solidFill>
            <a:srgbClr val="FFFFFF">
              <a:alpha val="4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76902" y="1466859"/>
            <a:ext cx="35285" cy="35285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331707" y="2900644"/>
            <a:ext cx="29968" cy="29968"/>
          </a:xfrm>
          <a:prstGeom prst="ellipse">
            <a:avLst/>
          </a:prstGeom>
          <a:solidFill>
            <a:srgbClr val="FFFFFF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99577" y="480757"/>
            <a:ext cx="34203" cy="34203"/>
          </a:xfrm>
          <a:prstGeom prst="ellipse">
            <a:avLst/>
          </a:prstGeom>
          <a:solidFill>
            <a:srgbClr val="FFFFFF">
              <a:alpha val="2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704836" y="2369369"/>
            <a:ext cx="37552" cy="37552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70520" y="3607208"/>
            <a:ext cx="42035" cy="42035"/>
          </a:xfrm>
          <a:prstGeom prst="ellipse">
            <a:avLst/>
          </a:prstGeom>
          <a:solidFill>
            <a:srgbClr val="FFFFFF">
              <a:alpha val="1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150151" y="275286"/>
            <a:ext cx="20518" cy="20518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11335" y="332165"/>
            <a:ext cx="31718" cy="31718"/>
          </a:xfrm>
          <a:prstGeom prst="ellipse">
            <a:avLst/>
          </a:prstGeom>
          <a:solidFill>
            <a:srgbClr val="FFFFFF">
              <a:alpha val="41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75799" y="3494351"/>
            <a:ext cx="45180" cy="45180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1435" y="304587"/>
            <a:ext cx="29660" cy="29660"/>
          </a:xfrm>
          <a:prstGeom prst="ellipse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28140" y="563943"/>
            <a:ext cx="43634" cy="43634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162549" y="3346015"/>
            <a:ext cx="14843" cy="14843"/>
          </a:xfrm>
          <a:prstGeom prst="ellipse">
            <a:avLst/>
          </a:prstGeom>
          <a:solidFill>
            <a:srgbClr val="FFFFFF">
              <a:alpha val="5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135591" y="4590285"/>
            <a:ext cx="14938" cy="14938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418973" y="3877277"/>
            <a:ext cx="14385" cy="14385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547080" y="1093393"/>
            <a:ext cx="23790" cy="23790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0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种解钩方式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315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每种方式都有独特的交互动效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1371600"/>
            <a:ext cx="1828800" cy="146304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🫧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3152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7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秒正念观察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0" y="1371600"/>
            <a:ext cx="1828800" cy="146304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🏷️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74320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贴标签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归类命名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371600"/>
            <a:ext cx="1828800" cy="146304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✏️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75488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改写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种认知解离技巧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66560" y="1371600"/>
            <a:ext cx="1828800" cy="146304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6656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🎵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76656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变声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6656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种搞笑音色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1520" y="3063240"/>
            <a:ext cx="1828800" cy="146304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152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3152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7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缩小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152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念头缩小消失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0" y="3063240"/>
            <a:ext cx="1828800" cy="146304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4320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💨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274320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吹走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74320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化为云朵飘走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063240"/>
            <a:ext cx="1828800" cy="146304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75488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🫠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475488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融化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7548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液滴向下流淌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66560" y="3063240"/>
            <a:ext cx="1828800" cy="146304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76656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📌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676656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暂存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76656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存入剧本库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0" y="4892040"/>
            <a:ext cx="9144000" cy="7315"/>
          </a:xfrm>
          <a:prstGeom prst="rect">
            <a:avLst/>
          </a:prstGeom>
          <a:solidFill>
            <a:srgbClr val="00F0FF">
              <a:alpha val="4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A8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01945" y="2537483"/>
            <a:ext cx="25949" cy="25949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98435" y="2958748"/>
            <a:ext cx="28612" cy="28612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2651" y="735505"/>
            <a:ext cx="12555" cy="12555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00132" y="4360533"/>
            <a:ext cx="39572" cy="39572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02819" y="3983805"/>
            <a:ext cx="20884" cy="20884"/>
          </a:xfrm>
          <a:prstGeom prst="ellipse">
            <a:avLst/>
          </a:prstGeom>
          <a:solidFill>
            <a:srgbClr val="FFFFFF">
              <a:alpha val="47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14589" y="2450827"/>
            <a:ext cx="11073" cy="1107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2897" y="4730226"/>
            <a:ext cx="43183" cy="43183"/>
          </a:xfrm>
          <a:prstGeom prst="ellipse">
            <a:avLst/>
          </a:prstGeom>
          <a:solidFill>
            <a:srgbClr val="FFFFFF">
              <a:alpha val="5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0340" y="1503839"/>
            <a:ext cx="39843" cy="39843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55563" y="362087"/>
            <a:ext cx="22206" cy="22206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59721" y="2809962"/>
            <a:ext cx="30308" cy="30308"/>
          </a:xfrm>
          <a:prstGeom prst="ellipse">
            <a:avLst/>
          </a:prstGeom>
          <a:solidFill>
            <a:srgbClr val="FFFFFF">
              <a:alpha val="5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428588" y="1953013"/>
            <a:ext cx="9167" cy="9167"/>
          </a:xfrm>
          <a:prstGeom prst="ellipse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72838" y="2838939"/>
            <a:ext cx="25350" cy="25350"/>
          </a:xfrm>
          <a:prstGeom prst="ellipse">
            <a:avLst/>
          </a:prstGeom>
          <a:solidFill>
            <a:srgbClr val="FFFFFF">
              <a:alpha val="5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781948" y="1885401"/>
            <a:ext cx="29387" cy="29387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219629" y="3168895"/>
            <a:ext cx="33701" cy="33701"/>
          </a:xfrm>
          <a:prstGeom prst="ellipse">
            <a:avLst/>
          </a:prstGeom>
          <a:solidFill>
            <a:srgbClr val="FFFFFF">
              <a:alpha val="41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78943" y="4311007"/>
            <a:ext cx="22591" cy="22591"/>
          </a:xfrm>
          <a:prstGeom prst="ellipse">
            <a:avLst/>
          </a:prstGeom>
          <a:solidFill>
            <a:srgbClr val="FFFFFF">
              <a:alpha val="47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双引擎架构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731520" y="1188720"/>
            <a:ext cx="3657600" cy="3017520"/>
          </a:xfrm>
          <a:prstGeom prst="rect">
            <a:avLst/>
          </a:prstGeom>
          <a:solidFill>
            <a:srgbClr val="141428"/>
          </a:solidFill>
          <a:ln w="10160">
            <a:solidFill>
              <a:srgbClr val="1A3A2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本地规则引擎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零延迟 · 始终可用 · 无需网络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 + 正则情绪检测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51560" y="2231136"/>
            <a:ext cx="73152" cy="73152"/>
          </a:xfrm>
          <a:prstGeom prst="ellipse">
            <a:avLst/>
          </a:prstGeom>
          <a:solidFill>
            <a:srgbClr val="00FF88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80160" y="2496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种认知扭曲模式匹配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51560" y="2578608"/>
            <a:ext cx="73152" cy="73152"/>
          </a:xfrm>
          <a:prstGeom prst="ellipse">
            <a:avLst/>
          </a:prstGeom>
          <a:solidFill>
            <a:srgbClr val="00FF88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80160" y="2843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种内在角色智能分配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51560" y="2926080"/>
            <a:ext cx="73152" cy="73152"/>
          </a:xfrm>
          <a:prstGeom prst="ellipse">
            <a:avLst/>
          </a:prstGeom>
          <a:solidFill>
            <a:srgbClr val="00FF88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280160" y="3191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种模板化改写技巧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51560" y="3273552"/>
            <a:ext cx="73152" cy="73152"/>
          </a:xfrm>
          <a:prstGeom prst="ellipse">
            <a:avLst/>
          </a:prstGeom>
          <a:solidFill>
            <a:srgbClr val="00FF88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280160" y="3538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规则行为建议库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51560" y="3621024"/>
            <a:ext cx="73152" cy="73152"/>
          </a:xfrm>
          <a:prstGeom prst="ellipse">
            <a:avLst/>
          </a:prstGeom>
          <a:solidFill>
            <a:srgbClr val="00FF88">
              <a:alpha val="7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1188720"/>
            <a:ext cx="3657600" cy="3017520"/>
          </a:xfrm>
          <a:prstGeom prst="rect">
            <a:avLst/>
          </a:prstGeom>
          <a:solidFill>
            <a:srgbClr val="141428"/>
          </a:solidFill>
          <a:ln w="10160">
            <a:solidFill>
              <a:srgbClr val="3A1A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7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LLM 大模型增强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2920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可选 · 异步增强 · 优雅降级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深度语义情绪分析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74920" y="2231136"/>
            <a:ext cx="73152" cy="73152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0" y="2496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自然语言智能改写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74920" y="2578608"/>
            <a:ext cx="73152" cy="73152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0" y="2843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个性化行为建议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74920" y="2926080"/>
            <a:ext cx="73152" cy="73152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0" y="3191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角色问候语生成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74920" y="3273552"/>
            <a:ext cx="73152" cy="73152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0" y="3538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分享洞察文案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74920" y="3621024"/>
            <a:ext cx="73152" cy="73152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1520" y="4343400"/>
            <a:ext cx="7680960" cy="502920"/>
          </a:xfrm>
          <a:prstGeom prst="rect">
            <a:avLst/>
          </a:prstGeom>
          <a:solidFill>
            <a:srgbClr val="0D0D20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" y="43708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支持：🐋 DeepSeek  ·  🤖 OpenAI  ·  🌐 通义千问  ·  🌙 Moonshot  ·  🫘 豆包  ·  💻 Ollama 本地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0" y="4892040"/>
            <a:ext cx="9144000" cy="7315"/>
          </a:xfrm>
          <a:prstGeom prst="rect">
            <a:avLst/>
          </a:prstGeom>
          <a:solidFill>
            <a:srgbClr val="00F0FF">
              <a:alpha val="4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A8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362" y="2275386"/>
            <a:ext cx="16375" cy="1637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00582" y="3093528"/>
            <a:ext cx="44839" cy="44839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26076" y="3100758"/>
            <a:ext cx="43966" cy="43966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51547" y="1954692"/>
            <a:ext cx="37852" cy="37852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85560" y="848604"/>
            <a:ext cx="10840" cy="10840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89692" y="499962"/>
            <a:ext cx="9640" cy="9640"/>
          </a:xfrm>
          <a:prstGeom prst="ellipse">
            <a:avLst/>
          </a:prstGeom>
          <a:solidFill>
            <a:srgbClr val="FFFFFF">
              <a:alpha val="1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278648" y="1238950"/>
            <a:ext cx="36144" cy="36144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165226" y="2377020"/>
            <a:ext cx="36034" cy="36034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36493" y="227901"/>
            <a:ext cx="35184" cy="35184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83697" y="3961442"/>
            <a:ext cx="35734" cy="35734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种沉浸式主题背景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每种主题都有独特的动态粒子效果与氛围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1371600"/>
            <a:ext cx="2423160" cy="1508760"/>
          </a:xfrm>
          <a:prstGeom prst="rect">
            <a:avLst/>
          </a:prstGeom>
          <a:solidFill>
            <a:srgbClr val="08080F"/>
          </a:solidFill>
          <a:ln w="6350">
            <a:solidFill>
              <a:srgbClr val="4488CC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371600"/>
            <a:ext cx="2423160" cy="45720"/>
          </a:xfrm>
          <a:prstGeom prst="rect">
            <a:avLst/>
          </a:prstGeom>
          <a:solidFill>
            <a:srgbClr val="4488CC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508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" y="2011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星点 + 流星 + 星云脉动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1371600"/>
            <a:ext cx="2423160" cy="1508760"/>
          </a:xfrm>
          <a:prstGeom prst="rect">
            <a:avLst/>
          </a:prstGeom>
          <a:solidFill>
            <a:srgbClr val="111010"/>
          </a:solidFill>
          <a:ln w="6350">
            <a:solidFill>
              <a:srgbClr val="667788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1371600"/>
            <a:ext cx="2423160" cy="45720"/>
          </a:xfrm>
          <a:prstGeom prst="rect">
            <a:avLst/>
          </a:prstGeom>
          <a:solidFill>
            <a:srgbClr val="667788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1508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🌙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83280" y="2011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墨夜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2044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深邃静谧的闪烁星点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1371600"/>
            <a:ext cx="2423160" cy="1508760"/>
          </a:xfrm>
          <a:prstGeom prst="rect">
            <a:avLst/>
          </a:prstGeom>
          <a:solidFill>
            <a:srgbClr val="0F1520"/>
          </a:solidFill>
          <a:ln w="6350">
            <a:solidFill>
              <a:srgbClr val="2288AA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371600"/>
            <a:ext cx="2423160" cy="45720"/>
          </a:xfrm>
          <a:prstGeom prst="rect">
            <a:avLst/>
          </a:prstGeom>
          <a:solidFill>
            <a:srgbClr val="2288AA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1508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🌊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035040" y="2011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深海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7220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光柱 + 气泡上升 + 海洋生物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3108960"/>
            <a:ext cx="2423160" cy="1508760"/>
          </a:xfrm>
          <a:prstGeom prst="rect">
            <a:avLst/>
          </a:prstGeom>
          <a:solidFill>
            <a:srgbClr val="0F1810"/>
          </a:solidFill>
          <a:ln w="6350">
            <a:solidFill>
              <a:srgbClr val="44AA66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3108960"/>
            <a:ext cx="2423160" cy="45720"/>
          </a:xfrm>
          <a:prstGeom prst="rect">
            <a:avLst/>
          </a:prstGeom>
          <a:solidFill>
            <a:srgbClr val="44AA66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246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🌿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31520" y="3749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A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森林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68680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萤火虫 + 落叶 + 底部薄雾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83280" y="3108960"/>
            <a:ext cx="2423160" cy="1508760"/>
          </a:xfrm>
          <a:prstGeom prst="rect">
            <a:avLst/>
          </a:prstGeom>
          <a:solidFill>
            <a:srgbClr val="171411"/>
          </a:solidFill>
          <a:ln w="6350">
            <a:solidFill>
              <a:srgbClr val="CC9944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83280" y="3108960"/>
            <a:ext cx="2423160" cy="45720"/>
          </a:xfrm>
          <a:prstGeom prst="rect">
            <a:avLst/>
          </a:prstGeom>
          <a:solidFill>
            <a:srgbClr val="CC9944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0" y="3246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🕯️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3383280" y="3749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9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烛夜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520440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暖色光圆 + 微光点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35040" y="3108960"/>
            <a:ext cx="2423160" cy="1508760"/>
          </a:xfrm>
          <a:prstGeom prst="rect">
            <a:avLst/>
          </a:prstGeom>
          <a:solidFill>
            <a:srgbClr val="140A0E"/>
          </a:solidFill>
          <a:ln w="6350">
            <a:solidFill>
              <a:srgbClr val="AA3344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3108960"/>
            <a:ext cx="2423160" cy="45720"/>
          </a:xfrm>
          <a:prstGeom prst="rect">
            <a:avLst/>
          </a:prstGeom>
          <a:solidFill>
            <a:srgbClr val="AA3344">
              <a:alpha val="7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035040" y="3246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🎭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6035040" y="3749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A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剧场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172200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帷幕 + 聚光灯 + 玫瑰花瓣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4892040"/>
            <a:ext cx="9144000" cy="7315"/>
          </a:xfrm>
          <a:prstGeom prst="rect">
            <a:avLst/>
          </a:prstGeom>
          <a:solidFill>
            <a:srgbClr val="00F0FF">
              <a:alpha val="4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A8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6700" y="1271283"/>
            <a:ext cx="36225" cy="36225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82344" y="3788591"/>
            <a:ext cx="18307" cy="18307"/>
          </a:xfrm>
          <a:prstGeom prst="ellipse">
            <a:avLst/>
          </a:prstGeom>
          <a:solidFill>
            <a:srgbClr val="FFFFFF">
              <a:alpha val="5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999645" y="3552112"/>
            <a:ext cx="34139" cy="34139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1252" y="3029770"/>
            <a:ext cx="39579" cy="39579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185368" y="1657816"/>
            <a:ext cx="28055" cy="28055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38666" y="4291912"/>
            <a:ext cx="39714" cy="39714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94637" y="3874644"/>
            <a:ext cx="23140" cy="231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96746" y="2954799"/>
            <a:ext cx="25908" cy="25908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2919" y="903116"/>
            <a:ext cx="44662" cy="44662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882733" y="3523724"/>
            <a:ext cx="16537" cy="16537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54239" y="4100449"/>
            <a:ext cx="28877" cy="28877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51285" y="3085871"/>
            <a:ext cx="22658" cy="22658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3391" y="1192706"/>
            <a:ext cx="45689" cy="45689"/>
          </a:xfrm>
          <a:prstGeom prst="ellipse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76844" y="4505750"/>
            <a:ext cx="10393" cy="10393"/>
          </a:xfrm>
          <a:prstGeom prst="ellipse">
            <a:avLst/>
          </a:prstGeom>
          <a:solidFill>
            <a:srgbClr val="FFFFFF">
              <a:alpha val="51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888395" y="343502"/>
            <a:ext cx="39136" cy="39136"/>
          </a:xfrm>
          <a:prstGeom prst="ellipse">
            <a:avLst/>
          </a:prstGeom>
          <a:solidFill>
            <a:srgbClr val="FFFFFF">
              <a:alpha val="3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脑内角色系统 — 把念头人格化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每个人的脑子里都住着一个小剧团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1371600"/>
            <a:ext cx="2423160" cy="150876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14630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👿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31520" y="2011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焦虑怪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2377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总是让你担心一切可能出错的事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3280" y="1371600"/>
            <a:ext cx="2423160" cy="150876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83280" y="14630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383280" y="2011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9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完美主义AI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66160" y="2377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觉得你还不够好，需要再努力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1371600"/>
            <a:ext cx="2423160" cy="150876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35040" y="14630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👶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035040" y="2011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0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内在小孩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17920" y="2377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害怕被抛弃，需要安全感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1520" y="3108960"/>
            <a:ext cx="2423160" cy="150876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" y="32004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🎭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31520" y="3749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7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表演者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41148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总担心别人怎么看自己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83280" y="3108960"/>
            <a:ext cx="2423160" cy="150876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383280" y="32004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📢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3383280" y="3749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0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评判官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566160" y="41148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对一切下定论，尤其是对你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35040" y="3108960"/>
            <a:ext cx="2423160" cy="150876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035040" y="32004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🔮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6035040" y="3749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7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预言家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17920" y="41148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总是预见最坏的结局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4892040"/>
            <a:ext cx="9144000" cy="7315"/>
          </a:xfrm>
          <a:prstGeom prst="rect">
            <a:avLst/>
          </a:prstGeom>
          <a:solidFill>
            <a:srgbClr val="00F0FF">
              <a:alpha val="4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A8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61194" y="3339105"/>
            <a:ext cx="24022" cy="24022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20049" y="4408214"/>
            <a:ext cx="11966" cy="11966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00377" y="1887119"/>
            <a:ext cx="41585" cy="41585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5276" y="4386463"/>
            <a:ext cx="31177" cy="31177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57925" y="3276703"/>
            <a:ext cx="39500" cy="39500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45374" y="4102070"/>
            <a:ext cx="22997" cy="22997"/>
          </a:xfrm>
          <a:prstGeom prst="ellipse">
            <a:avLst/>
          </a:prstGeom>
          <a:solidFill>
            <a:srgbClr val="FFFFFF">
              <a:alpha val="5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366704" y="1553635"/>
            <a:ext cx="21174" cy="21174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226657" y="3320745"/>
            <a:ext cx="9283" cy="9283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117333" y="3791435"/>
            <a:ext cx="36686" cy="36686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79731" y="726093"/>
            <a:ext cx="38097" cy="38097"/>
          </a:xfrm>
          <a:prstGeom prst="ellipse">
            <a:avLst/>
          </a:prstGeom>
          <a:solidFill>
            <a:srgbClr val="FFFFFF">
              <a:alpha val="3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730399" y="756609"/>
            <a:ext cx="36214" cy="36214"/>
          </a:xfrm>
          <a:prstGeom prst="ellipse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655316" y="3301912"/>
            <a:ext cx="33641" cy="33641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49724" y="945551"/>
            <a:ext cx="17504" cy="17504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82941" y="4547259"/>
            <a:ext cx="17661" cy="17661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85809" y="935424"/>
            <a:ext cx="23408" cy="23408"/>
          </a:xfrm>
          <a:prstGeom prst="ellipse">
            <a:avLst/>
          </a:prstGeom>
          <a:solidFill>
            <a:srgbClr val="FFFFFF">
              <a:alpha val="53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731520" y="1097280"/>
            <a:ext cx="3749040" cy="73152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1097280"/>
            <a:ext cx="54864" cy="73152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10972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⚛️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1170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1463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Vite 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3749040" cy="73152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097280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0972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🐻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94960" y="1170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状态管理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1463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5 轻量级状态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2011680"/>
            <a:ext cx="3749040" cy="73152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2011680"/>
            <a:ext cx="54864" cy="731520"/>
          </a:xfrm>
          <a:prstGeom prst="rect">
            <a:avLst/>
          </a:prstGeom>
          <a:solidFill>
            <a:srgbClr val="4DB8A0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20116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371600" y="2084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数据存储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71600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(Dexie.js) 本地持久化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011680"/>
            <a:ext cx="3749040" cy="73152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011680"/>
            <a:ext cx="54864" cy="731520"/>
          </a:xfrm>
          <a:prstGeom prst="rect">
            <a:avLst/>
          </a:prstGeom>
          <a:solidFill>
            <a:srgbClr val="FF4785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0116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394960" y="2084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动画引擎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11 流畅动效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1520" y="2926080"/>
            <a:ext cx="3749040" cy="73152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2926080"/>
            <a:ext cx="54864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29260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371600" y="2999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样式方案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371600" y="3291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 + 赛博科技设计系统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2926080"/>
            <a:ext cx="3749040" cy="73152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292608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4937760" y="29260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394960" y="2999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服务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94960" y="3291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本地规则 + OpenAI 兼容 LLM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1520" y="3840480"/>
            <a:ext cx="3749040" cy="73152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1520" y="3840480"/>
            <a:ext cx="54864" cy="7315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38404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1371600" y="3913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7160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+ 离线可用 + 可安装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54880" y="3840480"/>
            <a:ext cx="3749040" cy="73152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3840480"/>
            <a:ext cx="54864" cy="731520"/>
          </a:xfrm>
          <a:prstGeom prst="rect">
            <a:avLst/>
          </a:prstGeom>
          <a:solidFill>
            <a:srgbClr val="FFDC8C"/>
          </a:solidFill>
          <a:ln/>
        </p:spPr>
      </p:sp>
      <p:sp>
        <p:nvSpPr>
          <p:cNvPr id="55" name="Text 53"/>
          <p:cNvSpPr/>
          <p:nvPr/>
        </p:nvSpPr>
        <p:spPr>
          <a:xfrm>
            <a:off x="4937760" y="38404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5394960" y="3913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39496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输入 + TTS 变声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31520" y="4709160"/>
            <a:ext cx="7680960" cy="7315"/>
          </a:xfrm>
          <a:prstGeom prst="rect">
            <a:avLst/>
          </a:prstGeom>
          <a:solidFill>
            <a:srgbClr val="00F0FF">
              <a:alpha val="3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0" y="4892040"/>
            <a:ext cx="9144000" cy="7315"/>
          </a:xfrm>
          <a:prstGeom prst="rect">
            <a:avLst/>
          </a:prstGeom>
          <a:solidFill>
            <a:srgbClr val="00F0FF">
              <a:alpha val="4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A8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121" y="4628610"/>
            <a:ext cx="35964" cy="35964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63198" y="4680101"/>
            <a:ext cx="39488" cy="39488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91311" y="2087135"/>
            <a:ext cx="43238" cy="43238"/>
          </a:xfrm>
          <a:prstGeom prst="ellipse">
            <a:avLst/>
          </a:prstGeom>
          <a:solidFill>
            <a:srgbClr val="FFFFFF">
              <a:alpha val="4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7831" y="599424"/>
            <a:ext cx="36362" cy="3636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01137" y="3986825"/>
            <a:ext cx="41781" cy="41781"/>
          </a:xfrm>
          <a:prstGeom prst="ellipse">
            <a:avLst/>
          </a:prstGeom>
          <a:solidFill>
            <a:srgbClr val="FFFFFF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76244" y="1405465"/>
            <a:ext cx="15191" cy="15191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77984" y="1612426"/>
            <a:ext cx="18637" cy="18637"/>
          </a:xfrm>
          <a:prstGeom prst="ellipse">
            <a:avLst/>
          </a:prstGeom>
          <a:solidFill>
            <a:srgbClr val="FFFFFF">
              <a:alpha val="4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5728" y="516994"/>
            <a:ext cx="19264" cy="192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900795" y="2683155"/>
            <a:ext cx="45206" cy="45206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91403" y="1724051"/>
            <a:ext cx="23997" cy="23997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607338" y="418849"/>
            <a:ext cx="16688" cy="16688"/>
          </a:xfrm>
          <a:prstGeom prst="ellipse">
            <a:avLst/>
          </a:prstGeom>
          <a:solidFill>
            <a:srgbClr val="FFFFFF">
              <a:alpha val="43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565745" y="1224450"/>
            <a:ext cx="31213" cy="31213"/>
          </a:xfrm>
          <a:prstGeom prst="ellipse">
            <a:avLst/>
          </a:prstGeom>
          <a:solidFill>
            <a:srgbClr val="FFFFFF">
              <a:alpha val="3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790963" y="2550652"/>
            <a:ext cx="41875" cy="41875"/>
          </a:xfrm>
          <a:prstGeom prst="ellipse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126447" y="3848777"/>
            <a:ext cx="31057" cy="31057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1785" y="4602765"/>
            <a:ext cx="21645" cy="21645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623746" y="3324422"/>
            <a:ext cx="41985" cy="41985"/>
          </a:xfrm>
          <a:prstGeom prst="ellipse">
            <a:avLst/>
          </a:prstGeom>
          <a:solidFill>
            <a:srgbClr val="FFFFFF">
              <a:alpha val="5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08204" y="2793175"/>
            <a:ext cx="15196" cy="15196"/>
          </a:xfrm>
          <a:prstGeom prst="ellipse">
            <a:avLst/>
          </a:prstGeom>
          <a:solidFill>
            <a:srgbClr val="FFFFFF">
              <a:alpha val="17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748830" y="297635"/>
            <a:ext cx="45538" cy="45538"/>
          </a:xfrm>
          <a:prstGeom prst="ellipse">
            <a:avLst/>
          </a:prstGeom>
          <a:solidFill>
            <a:srgbClr val="FFFFFF">
              <a:alpha val="41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27101" y="327799"/>
            <a:ext cx="12111" cy="12111"/>
          </a:xfrm>
          <a:prstGeom prst="ellipse">
            <a:avLst/>
          </a:prstGeom>
          <a:solidFill>
            <a:srgbClr val="FFFFFF">
              <a:alpha val="3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354171" y="1522383"/>
            <a:ext cx="21307" cy="21307"/>
          </a:xfrm>
          <a:prstGeom prst="ellipse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773283" y="4587153"/>
            <a:ext cx="18613" cy="18613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39433" y="4360720"/>
            <a:ext cx="29733" cy="29733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926016" y="4507794"/>
            <a:ext cx="12813" cy="12813"/>
          </a:xfrm>
          <a:prstGeom prst="ellipse">
            <a:avLst/>
          </a:prstGeom>
          <a:solidFill>
            <a:srgbClr val="FFFFFF">
              <a:alpha val="41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046529" y="4769908"/>
            <a:ext cx="12000" cy="120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716621" y="2348325"/>
            <a:ext cx="29218" cy="29218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46292" y="4850224"/>
            <a:ext cx="36624" cy="36624"/>
          </a:xfrm>
          <a:prstGeom prst="ellipse">
            <a:avLst/>
          </a:prstGeom>
          <a:solidFill>
            <a:srgbClr val="FFFFFF">
              <a:alpha val="17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310472" y="2011112"/>
            <a:ext cx="42995" cy="42995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310530" y="2162372"/>
            <a:ext cx="44561" cy="44561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48402" y="254346"/>
            <a:ext cx="11997" cy="11997"/>
          </a:xfrm>
          <a:prstGeom prst="ellipse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016168" y="3679900"/>
            <a:ext cx="13830" cy="13830"/>
          </a:xfrm>
          <a:prstGeom prst="ellipse">
            <a:avLst/>
          </a:prstGeom>
          <a:solidFill>
            <a:srgbClr val="FFFFFF">
              <a:alpha val="31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879456" y="3993815"/>
            <a:ext cx="16782" cy="16782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977185" y="2439393"/>
            <a:ext cx="11369" cy="11369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485052" y="4360096"/>
            <a:ext cx="14448" cy="14448"/>
          </a:xfrm>
          <a:prstGeom prst="ellipse">
            <a:avLst/>
          </a:prstGeom>
          <a:solidFill>
            <a:srgbClr val="FFFFFF">
              <a:alpha val="51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506444" y="2036339"/>
            <a:ext cx="20183" cy="2018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771005" y="3560455"/>
            <a:ext cx="36412" cy="36412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262834" y="4209152"/>
            <a:ext cx="44373" cy="44373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792271" y="3947547"/>
            <a:ext cx="23760" cy="23760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782421" y="462482"/>
            <a:ext cx="41113" cy="41113"/>
          </a:xfrm>
          <a:prstGeom prst="ellipse">
            <a:avLst/>
          </a:prstGeom>
          <a:solidFill>
            <a:srgbClr val="FFFFFF">
              <a:alpha val="31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500665" y="793985"/>
            <a:ext cx="36101" cy="36101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760080" y="4702970"/>
            <a:ext cx="37114" cy="37114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0"/>
            <a:ext cx="9144000" cy="7315"/>
          </a:xfrm>
          <a:prstGeom prst="rect">
            <a:avLst/>
          </a:prstGeom>
          <a:solidFill>
            <a:srgbClr val="00F0FF">
              <a:alpha val="5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0" y="731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🎭</a:t>
            </a:r>
            <a:endParaRPr lang="en-US" sz="6400" dirty="0"/>
          </a:p>
        </p:txBody>
      </p:sp>
      <p:sp>
        <p:nvSpPr>
          <p:cNvPr id="44" name="Text 42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从念头的剧本里，出戏。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退后一步，你就是观众。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00400" y="3291840"/>
            <a:ext cx="2743200" cy="7315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828800" y="34747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🫧 8 种解钩方式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双引擎智能分析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🎪 7 种正念练习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睡前呼吸引导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6 种沉浸式主题 · PWA 支持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0" y="4892040"/>
            <a:ext cx="9144000" cy="7315"/>
          </a:xfrm>
          <a:prstGeom prst="rect">
            <a:avLst/>
          </a:prstGeom>
          <a:solidFill>
            <a:srgbClr val="00F0FF">
              <a:alpha val="4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A8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出戏 — OffStage 产品介绍</dc:title>
  <dc:subject>PptxGenJS Presentation</dc:subject>
  <dc:creator>OffStage Team</dc:creator>
  <cp:lastModifiedBy>OffStage Team</cp:lastModifiedBy>
  <cp:revision>1</cp:revision>
  <dcterms:created xsi:type="dcterms:W3CDTF">2026-03-31T14:48:03Z</dcterms:created>
  <dcterms:modified xsi:type="dcterms:W3CDTF">2026-03-31T14:48:03Z</dcterms:modified>
</cp:coreProperties>
</file>